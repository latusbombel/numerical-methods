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980088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4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067" y="2356703"/>
            <a:ext cx="16830755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5111" y="7563446"/>
            <a:ext cx="14850666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2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1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999" y="3590057"/>
            <a:ext cx="17078266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999" y="9636813"/>
            <a:ext cx="17078266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/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1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311" y="3833390"/>
            <a:ext cx="8415377" cy="91368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4200" y="3833390"/>
            <a:ext cx="8415377" cy="91368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8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890" y="766681"/>
            <a:ext cx="17078266" cy="27833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892" y="3530053"/>
            <a:ext cx="837670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892" y="5260078"/>
            <a:ext cx="8376702" cy="77367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4201" y="3530053"/>
            <a:ext cx="8417956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4201" y="5260078"/>
            <a:ext cx="8417956" cy="77367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4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12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5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890" y="960014"/>
            <a:ext cx="638630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956" y="2073367"/>
            <a:ext cx="10024200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890" y="4320064"/>
            <a:ext cx="638630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6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890" y="960014"/>
            <a:ext cx="638630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956" y="2073367"/>
            <a:ext cx="10024200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890" y="4320064"/>
            <a:ext cx="638630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44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70012" y="766678"/>
            <a:ext cx="4269566" cy="12203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312" y="766678"/>
            <a:ext cx="12561188" cy="1220351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6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311" y="766681"/>
            <a:ext cx="1707826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311" y="3833390"/>
            <a:ext cx="1707826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311" y="13346867"/>
            <a:ext cx="4455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45B79-93DC-4288-8191-C2C18161029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9044" y="13346867"/>
            <a:ext cx="6682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4377" y="13346867"/>
            <a:ext cx="4455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20330-CE7F-4B78-9EC9-44B3F22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4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3" y="386080"/>
            <a:ext cx="9120000" cy="684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279" y="447040"/>
            <a:ext cx="9120000" cy="684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3" y="7369365"/>
            <a:ext cx="9120000" cy="684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36" y="7377333"/>
            <a:ext cx="9120000" cy="684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0" t="6410" r="12584" b="12732"/>
          <a:stretch/>
        </p:blipFill>
        <p:spPr>
          <a:xfrm>
            <a:off x="17658080" y="3434080"/>
            <a:ext cx="853440" cy="7355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926080" y="203200"/>
                <a:ext cx="3684407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203200"/>
                <a:ext cx="368440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1836400" y="213360"/>
                <a:ext cx="3371820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400" y="213360"/>
                <a:ext cx="337182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017520" y="7244080"/>
                <a:ext cx="3652154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7244080"/>
                <a:ext cx="365215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1602720" y="7233920"/>
                <a:ext cx="3652154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720" y="7233920"/>
                <a:ext cx="3652154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8450560" y="3312160"/>
            <a:ext cx="986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MAX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18440400" y="1029208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973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10" y="1733386"/>
            <a:ext cx="14053192" cy="105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5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9120000" cy="684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720" y="548640"/>
            <a:ext cx="9120000" cy="684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0" y="7560213"/>
            <a:ext cx="9120000" cy="684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480" y="7560213"/>
            <a:ext cx="9120000" cy="68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68320" y="345440"/>
                <a:ext cx="3334631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320" y="345440"/>
                <a:ext cx="333463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551920" y="396240"/>
                <a:ext cx="3647217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1920" y="396240"/>
                <a:ext cx="364721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27680" y="7416800"/>
                <a:ext cx="3647217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680" y="7416800"/>
                <a:ext cx="364721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612880" y="7447280"/>
                <a:ext cx="3647217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l-PL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l-P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=1.9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880" y="7447280"/>
                <a:ext cx="364721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0" t="6410" r="12584" b="12732"/>
          <a:stretch/>
        </p:blipFill>
        <p:spPr>
          <a:xfrm>
            <a:off x="17475200" y="3637280"/>
            <a:ext cx="853440" cy="735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67680" y="3515360"/>
            <a:ext cx="986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MAX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18257520" y="1049528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7527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789" y="2241386"/>
            <a:ext cx="12806899" cy="96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7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10" y="2139786"/>
            <a:ext cx="13917726" cy="104382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0" t="6410" r="12584" b="12732"/>
          <a:stretch/>
        </p:blipFill>
        <p:spPr>
          <a:xfrm>
            <a:off x="16012160" y="3495040"/>
            <a:ext cx="853440" cy="735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04640" y="3373120"/>
            <a:ext cx="986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MAX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6794480" y="1035304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 smtClean="0"/>
              <a:t>MIN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8892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14</Words>
  <Application>Microsoft Office PowerPoint</Application>
  <PresentationFormat>Custom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ireneusz bugański</dc:creator>
  <cp:lastModifiedBy>ireneusz bugański</cp:lastModifiedBy>
  <cp:revision>3</cp:revision>
  <dcterms:created xsi:type="dcterms:W3CDTF">2020-11-09T09:54:04Z</dcterms:created>
  <dcterms:modified xsi:type="dcterms:W3CDTF">2020-11-09T10:06:06Z</dcterms:modified>
</cp:coreProperties>
</file>